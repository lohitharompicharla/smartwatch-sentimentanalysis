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E86469-D552-4BB3-9CE6-EFBF64034B98}" v="8" dt="2025-12-09T17:10:16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67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hitha rompicharla" userId="befeb51f04064f59" providerId="LiveId" clId="{BD374E45-F2FF-4913-8748-CF46F4B435AB}"/>
    <pc:docChg chg="undo custSel delSld modSld">
      <pc:chgData name="lohitha rompicharla" userId="befeb51f04064f59" providerId="LiveId" clId="{BD374E45-F2FF-4913-8748-CF46F4B435AB}" dt="2025-12-09T17:10:17.341" v="44" actId="478"/>
      <pc:docMkLst>
        <pc:docMk/>
      </pc:docMkLst>
      <pc:sldChg chg="addSp delSp modSp mod">
        <pc:chgData name="lohitha rompicharla" userId="befeb51f04064f59" providerId="LiveId" clId="{BD374E45-F2FF-4913-8748-CF46F4B435AB}" dt="2025-12-09T17:07:51.020" v="40" actId="478"/>
        <pc:sldMkLst>
          <pc:docMk/>
          <pc:sldMk cId="0" sldId="256"/>
        </pc:sldMkLst>
        <pc:spChg chg="add del mod">
          <ac:chgData name="lohitha rompicharla" userId="befeb51f04064f59" providerId="LiveId" clId="{BD374E45-F2FF-4913-8748-CF46F4B435AB}" dt="2025-12-09T17:07:51.020" v="40" actId="478"/>
          <ac:spMkLst>
            <pc:docMk/>
            <pc:sldMk cId="0" sldId="256"/>
            <ac:spMk id="3" creationId="{00000000-0000-0000-0000-000000000000}"/>
          </ac:spMkLst>
        </pc:spChg>
        <pc:picChg chg="add del">
          <ac:chgData name="lohitha rompicharla" userId="befeb51f04064f59" providerId="LiveId" clId="{BD374E45-F2FF-4913-8748-CF46F4B435AB}" dt="2025-12-09T17:07:50.064" v="39" actId="478"/>
          <ac:picMkLst>
            <pc:docMk/>
            <pc:sldMk cId="0" sldId="256"/>
            <ac:picMk id="2" creationId="{00000000-0000-0000-0000-000000000000}"/>
          </ac:picMkLst>
        </pc:picChg>
      </pc:sldChg>
      <pc:sldChg chg="del">
        <pc:chgData name="lohitha rompicharla" userId="befeb51f04064f59" providerId="LiveId" clId="{BD374E45-F2FF-4913-8748-CF46F4B435AB}" dt="2025-12-09T17:04:27.856" v="0" actId="2696"/>
        <pc:sldMkLst>
          <pc:docMk/>
          <pc:sldMk cId="0" sldId="257"/>
        </pc:sldMkLst>
      </pc:sldChg>
      <pc:sldChg chg="addSp delSp mod">
        <pc:chgData name="lohitha rompicharla" userId="befeb51f04064f59" providerId="LiveId" clId="{BD374E45-F2FF-4913-8748-CF46F4B435AB}" dt="2025-12-09T17:10:17.341" v="44" actId="478"/>
        <pc:sldMkLst>
          <pc:docMk/>
          <pc:sldMk cId="0" sldId="263"/>
        </pc:sldMkLst>
        <pc:spChg chg="add del">
          <ac:chgData name="lohitha rompicharla" userId="befeb51f04064f59" providerId="LiveId" clId="{BD374E45-F2FF-4913-8748-CF46F4B435AB}" dt="2025-12-09T17:10:17.341" v="44" actId="478"/>
          <ac:spMkLst>
            <pc:docMk/>
            <pc:sldMk cId="0" sldId="263"/>
            <ac:spMk id="3" creationId="{00000000-0000-0000-0000-000000000000}"/>
          </ac:spMkLst>
        </pc:spChg>
        <pc:picChg chg="add del">
          <ac:chgData name="lohitha rompicharla" userId="befeb51f04064f59" providerId="LiveId" clId="{BD374E45-F2FF-4913-8748-CF46F4B435AB}" dt="2025-12-09T17:10:15.538" v="43" actId="478"/>
          <ac:picMkLst>
            <pc:docMk/>
            <pc:sldMk cId="0" sldId="263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 :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R.Lohitha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3186" y="2286000"/>
            <a:ext cx="86576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4000" dirty="0"/>
              <a:t>ABC X1 Smartwatch Sentiment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232945" y="274320"/>
            <a:ext cx="66781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analysis of 6,000+ customer reviews is time-consuming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to quickly identify customer satisfaction patterns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ABC X1 Smartwatch requires data-driven product insights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automated sentiment analysis system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Classify reviews: Positive / Neutral / Negative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as user-friendly web application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 high accuracy using state-of-the-art NLP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Pre-trained BERT Transformer Model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Workflow: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1. Data Collection &amp; Preparation (6,000+ reviews)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2. Exploratory Data Analysis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3. Model Selection (Classical ML vs. BERT)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4. BERT Model Integration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5. Flask Web Application Deployment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6. Testing &amp; Validation</a:t>
            </a:r>
          </a:p>
          <a:p>
            <a:pPr algn="ctr"/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375563" y="274320"/>
            <a:ext cx="839287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System Architecture</a:t>
            </a:r>
          </a:p>
        </p:txBody>
      </p:sp>
      <p:pic>
        <p:nvPicPr>
          <p:cNvPr id="5" name="Picture 4" descr="1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506" y="1527857"/>
            <a:ext cx="4600936" cy="4213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32870" y="274320"/>
            <a:ext cx="48782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smart_watch_review.csv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(6,000+ reviews)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Star ratings (1-5) mapped to sentiments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Cleaned and preprocessed data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Classical ML Models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Logistic Regression, Random Forest, SVM, etc.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Result: &lt;50% accuracy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Pre-trained BERT Transformer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nlptown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-base-multilingual-uncased-sentiment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Result: High accuracy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Hugging Face Transformers (BERT)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(Deep Learning Framework)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Scikit-learn (Evaluation Metrics)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Web Development: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Flask (Python Web Framework)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HTML/CSS (Frontend UI)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Data Processing: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Pandas, NumPy (Data manipulation)</a:t>
            </a:r>
          </a:p>
          <a:p>
            <a:pPr algn="ctr"/>
            <a:r>
              <a:rPr lang="en-US" sz="1400" dirty="0"/>
              <a:t> </a:t>
            </a:r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1429505" y="274320"/>
            <a:ext cx="62849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Model Pipeline</a:t>
            </a:r>
          </a:p>
        </p:txBody>
      </p:sp>
      <p:pic>
        <p:nvPicPr>
          <p:cNvPr id="5" name="Picture 4" descr="3_ber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470" y="1371600"/>
            <a:ext cx="46593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94535" y="274320"/>
            <a:ext cx="39549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775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BERT Model: High accuracy on sentiment classification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predicts Positive/Neutral/Negative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confidence scores for predictions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Test Cases: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"Worst watch ever" → Negative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"It is okay, average" → Neutral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"Amazing watch, love it!" → Positive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BERT outperforms classical ML models significantly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Pre-trained models eliminate need for feature engineering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Transfer learning is crucial for NLP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8730" y="274320"/>
            <a:ext cx="56265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built sentiment analysis system using BERT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Deployed as Flask web application with professional UI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actionable insights from customer reviews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Demonstrated superiority of transformers over classical ML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Scope: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Aspect-based sentiment analysis (battery, display, features)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Multi-language support expansion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dashboard for review monitoring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customer support systems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application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447</Words>
  <Application>Microsoft Office PowerPoint</Application>
  <PresentationFormat>On-screen Show (4:3)</PresentationFormat>
  <Paragraphs>77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lohitha rompicharla</cp:lastModifiedBy>
  <cp:revision>4</cp:revision>
  <dcterms:created xsi:type="dcterms:W3CDTF">2013-01-27T09:14:16Z</dcterms:created>
  <dcterms:modified xsi:type="dcterms:W3CDTF">2025-12-09T17:10:20Z</dcterms:modified>
  <cp:category/>
</cp:coreProperties>
</file>